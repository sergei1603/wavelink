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0"/>
            <a:ext cx="256032" cy="457200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5212080"/>
            <a:ext cx="256032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4754880"/>
            <a:ext cx="256032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4206240"/>
            <a:ext cx="256032" cy="1828800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4937760"/>
            <a:ext cx="256032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5394960"/>
            <a:ext cx="25603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4572000"/>
            <a:ext cx="256032" cy="1463040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4023360"/>
            <a:ext cx="256032" cy="2011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4846320"/>
            <a:ext cx="256032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5486400"/>
            <a:ext cx="256032" cy="548640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5120640"/>
            <a:ext cx="256032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4480560"/>
            <a:ext cx="256032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3931920"/>
            <a:ext cx="256032" cy="2103120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0" y="5029200"/>
            <a:ext cx="25603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5577840"/>
            <a:ext cx="256032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8778240" y="5212080"/>
            <a:ext cx="256032" cy="822960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18" name="Shape 16"/>
          <p:cNvSpPr/>
          <p:nvPr/>
        </p:nvSpPr>
        <p:spPr>
          <a:xfrm>
            <a:off x="9326880" y="4663440"/>
            <a:ext cx="256032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9875520" y="4206240"/>
            <a:ext cx="256032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24160" y="4937760"/>
            <a:ext cx="256032" cy="1097280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0" y="5394960"/>
            <a:ext cx="25603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11521440" y="4754880"/>
            <a:ext cx="256032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1737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WaveLink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868680" y="2971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Персональный музыкальный стриминг — загружай, организуй и слушай свою музыку из браузера и Telegram.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868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10 · PostgreSQL · MinIO · React · Telegram Bot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Своя музыка — а слушать неудобно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91440" cy="3291840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423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Файлы разбросаны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7947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Локальные коллекции лежат на разных устройствах — нет единого доступа из любого места.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26280" y="210312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103120"/>
            <a:ext cx="91440" cy="3291840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2423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Стриминги не подходят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37947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Spotify/Apple не дают загрузить собственные или редкие записи.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0" y="210312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103120"/>
            <a:ext cx="91440" cy="3291840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18" name="Shape 16"/>
          <p:cNvSpPr/>
          <p:nvPr/>
        </p:nvSpPr>
        <p:spPr>
          <a:xfrm>
            <a:off x="8549640" y="2423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496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Нет связи с Telegram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49640" y="37947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Привычный мессенджер не используется как точка доступа к своей фонотеке.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Один сервис, два входа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фонотека в облаке, доступная через веб-плеер на wavesurfer.js и через Telegram-бота.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429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88920"/>
            <a:ext cx="320040" cy="320040"/>
          </a:xfrm>
          <a:prstGeom prst="ellipse">
            <a:avLst/>
          </a:prstGeom>
          <a:solidFill>
            <a:srgbClr val="32D6C8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Загрузка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аудиофайлы (mp3/flac/wav/ogg) до 50 МБ через сайт или бота.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2514600"/>
            <a:ext cx="3429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788920"/>
            <a:ext cx="320040" cy="320040"/>
          </a:xfrm>
          <a:prstGeom prst="ellipse">
            <a:avLst/>
          </a:prstGeom>
          <a:solidFill>
            <a:srgbClr val="32D6C8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Коллекции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00600" y="3246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Группировка треков в плейлисты с подсчётом количества.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2514600"/>
            <a:ext cx="3429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2788920"/>
            <a:ext cx="320040" cy="320040"/>
          </a:xfrm>
          <a:prstGeom prst="ellipse">
            <a:avLst/>
          </a:prstGeom>
          <a:solidFill>
            <a:srgbClr val="32D6C8"/>
          </a:solidFill>
          <a:ln/>
        </p:spPr>
      </p:sp>
      <p:sp>
        <p:nvSpPr>
          <p:cNvPr id="15" name="Text 13"/>
          <p:cNvSpPr/>
          <p:nvPr/>
        </p:nvSpPr>
        <p:spPr>
          <a:xfrm>
            <a:off x="900684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Стриминг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03920" y="3246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Воспроизведение с HTTP Range — мгновенная перемотка и сиквенс.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389120"/>
            <a:ext cx="3429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4663440"/>
            <a:ext cx="320040" cy="320040"/>
          </a:xfrm>
          <a:prstGeom prst="ellipse">
            <a:avLst/>
          </a:prstGeom>
          <a:solidFill>
            <a:srgbClr val="32D6C8"/>
          </a:solidFill>
          <a:ln/>
        </p:spPr>
      </p:sp>
      <p:sp>
        <p:nvSpPr>
          <p:cNvPr id="19" name="Text 17"/>
          <p:cNvSpPr/>
          <p:nvPr/>
        </p:nvSpPr>
        <p:spPr>
          <a:xfrm>
            <a:off x="1600200" y="4617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120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через сообщение боту, поиск и выдача треков /get.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4389120"/>
            <a:ext cx="3429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4663440"/>
            <a:ext cx="320040" cy="320040"/>
          </a:xfrm>
          <a:prstGeom prst="ellipse">
            <a:avLst/>
          </a:prstGeom>
          <a:solidFill>
            <a:srgbClr val="32D6C8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4617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Безопасность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00600" y="5120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ротация refresh-токенов, владение ресурсами на уровне сервисов.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0" y="4389120"/>
            <a:ext cx="3429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32D6C8"/>
          </a:solidFill>
          <a:ln/>
        </p:spPr>
      </p:sp>
      <p:sp>
        <p:nvSpPr>
          <p:cNvPr id="27" name="Text 25"/>
          <p:cNvSpPr/>
          <p:nvPr/>
        </p:nvSpPr>
        <p:spPr>
          <a:xfrm>
            <a:off x="9006840" y="4617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Свой контент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503920" y="5120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лицензий — пользователь слушает только свою музыку.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Монолит ASP.NET Core 10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80160" y="201168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029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1762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+ Vite (веб-плеер)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2578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wavesurfer.js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040880" y="201168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029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21762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 Bot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78040" y="2578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polling, BackgroundService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2926080"/>
            <a:ext cx="0" cy="457200"/>
          </a:xfrm>
          <a:prstGeom prst="line">
            <a:avLst/>
          </a:prstGeom>
          <a:noFill/>
          <a:ln w="25400">
            <a:solidFill>
              <a:srgbClr val="32D6C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61120" y="2926080"/>
            <a:ext cx="0" cy="457200"/>
          </a:xfrm>
          <a:prstGeom prst="line">
            <a:avLst/>
          </a:prstGeom>
          <a:noFill/>
          <a:ln w="25400">
            <a:solidFill>
              <a:srgbClr val="32D6C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80160" y="3474720"/>
            <a:ext cx="960120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WaveLink.API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54480" y="4069080"/>
            <a:ext cx="2148840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4069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(HTTP)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886200" y="4069080"/>
            <a:ext cx="2148840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4069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(логика)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4069080"/>
            <a:ext cx="2148840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4069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/ MinIO SDK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549640" y="4069080"/>
            <a:ext cx="2148840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8549640" y="4069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Middleware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14800" y="4846320"/>
            <a:ext cx="0" cy="457200"/>
          </a:xfrm>
          <a:prstGeom prst="line">
            <a:avLst/>
          </a:prstGeom>
          <a:noFill/>
          <a:ln w="25400">
            <a:solidFill>
              <a:srgbClr val="32D6C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046720" y="4846320"/>
            <a:ext cx="0" cy="457200"/>
          </a:xfrm>
          <a:prstGeom prst="line">
            <a:avLst/>
          </a:prstGeom>
          <a:noFill/>
          <a:ln w="25400">
            <a:solidFill>
              <a:srgbClr val="32D6C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194560" y="53492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029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55138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331720" y="5916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метаданные, пользователи, токены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53492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029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55138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MinIO (S3)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46520" y="5916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аудиофайлы · bucket wavelink-tracks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Стек и принципы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212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Стек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10 Web API, C# 14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10 + Npgsql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.NET SDK (S3-совместимое хранилище)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+ BCrypt, refresh-токены в БД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Telegram.Bot 22.x (BackgroundService)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Vite, wavesurfer.js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Compose: Postgres + MinIO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029200" cy="4114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D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Принципы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Тонкие контроллеры — логика в сервисах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Доменные ошибки через AppException + middleware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владения ресурсами в сервисах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Ротация и SHA-256 хэширование refresh-токенов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Конфигурация через типизированные Options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Стриминг по HTTP Range (206 Partial Content)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это работает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32D6C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Регистрация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/api/auth/register — пара access + refresh токенов.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508760" y="2487168"/>
            <a:ext cx="20116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11880" y="2240280"/>
            <a:ext cx="502920" cy="502920"/>
          </a:xfrm>
          <a:prstGeom prst="ellipse">
            <a:avLst/>
          </a:prstGeom>
          <a:solidFill>
            <a:srgbClr val="32D6C8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6616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Загрузка трека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66160" y="342900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на /api/tracks/upload или аудио боту в Telegram.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297680" y="2487168"/>
            <a:ext cx="20116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2240280"/>
            <a:ext cx="502920" cy="502920"/>
          </a:xfrm>
          <a:prstGeom prst="ellipse">
            <a:avLst/>
          </a:prstGeom>
          <a:solidFill>
            <a:srgbClr val="32D6C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Коллекции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55080" y="342900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плейлистов и добавление треков /api/collections.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487168"/>
            <a:ext cx="20116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89720" y="2240280"/>
            <a:ext cx="502920" cy="502920"/>
          </a:xfrm>
          <a:prstGeom prst="ellipse">
            <a:avLst/>
          </a:prstGeom>
          <a:solidFill>
            <a:srgbClr val="32D6C8"/>
          </a:solidFill>
          <a:ln/>
        </p:spPr>
      </p:sp>
      <p:sp>
        <p:nvSpPr>
          <p:cNvPr id="20" name="Text 18"/>
          <p:cNvSpPr/>
          <p:nvPr/>
        </p:nvSpPr>
        <p:spPr>
          <a:xfrm>
            <a:off x="91897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Слушай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44000" y="342900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Веб-плеер стримит /tracks/{id}/stream с перемоткой; бот — /get &lt;title&gt;.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22960" y="52120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D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Локальный запуск: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 →  dotnet run --project WaveLink.API  →  Swagger: localhost:5000/swagger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56032" cy="320040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365760"/>
            <a:ext cx="256032" cy="5760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365760"/>
            <a:ext cx="256032" cy="8961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365760"/>
            <a:ext cx="256032" cy="1280160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365760"/>
            <a:ext cx="256032" cy="7680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365760"/>
            <a:ext cx="256032" cy="4480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365760"/>
            <a:ext cx="256032" cy="1024128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365760"/>
            <a:ext cx="256032" cy="14081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365760"/>
            <a:ext cx="256032" cy="8321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365760"/>
            <a:ext cx="256032" cy="384048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365760"/>
            <a:ext cx="25603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365760"/>
            <a:ext cx="256032" cy="108813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365760"/>
            <a:ext cx="256032" cy="1472184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0" y="365760"/>
            <a:ext cx="256032" cy="7040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365760"/>
            <a:ext cx="256032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8778240" y="365760"/>
            <a:ext cx="256032" cy="576072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18" name="Shape 16"/>
          <p:cNvSpPr/>
          <p:nvPr/>
        </p:nvSpPr>
        <p:spPr>
          <a:xfrm>
            <a:off x="9326880" y="365760"/>
            <a:ext cx="256032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9875520" y="365760"/>
            <a:ext cx="256032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24160" y="365760"/>
            <a:ext cx="256032" cy="768096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0" y="365760"/>
            <a:ext cx="256032" cy="4480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11521440" y="365760"/>
            <a:ext cx="256032" cy="8961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1828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ССЫЛКИ И РЕСУРСЫ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Где посмотреть</a:t>
            </a:r>
            <a:endParaRPr lang="en-US" sz="3800" dirty="0"/>
          </a:p>
        </p:txBody>
      </p:sp>
      <p:sp>
        <p:nvSpPr>
          <p:cNvPr id="25" name="Shape 23"/>
          <p:cNvSpPr/>
          <p:nvPr/>
        </p:nvSpPr>
        <p:spPr>
          <a:xfrm>
            <a:off x="822960" y="3291840"/>
            <a:ext cx="5029200" cy="914400"/>
          </a:xfrm>
          <a:prstGeom prst="rect">
            <a:avLst/>
          </a:prstGeom>
          <a:solidFill>
            <a:srgbClr val="10294D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3291840"/>
            <a:ext cx="91440" cy="914400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Swagger UI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4300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D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http://localhost:5000/swagger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3291840"/>
            <a:ext cx="5029200" cy="914400"/>
          </a:xfrm>
          <a:prstGeom prst="rect">
            <a:avLst/>
          </a:prstGeom>
          <a:solidFill>
            <a:srgbClr val="10294D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3291840"/>
            <a:ext cx="91440" cy="914400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Веб-плеер (dev)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53796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D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http://localhost:5173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" y="4480560"/>
            <a:ext cx="5029200" cy="914400"/>
          </a:xfrm>
          <a:prstGeom prst="rect">
            <a:avLst/>
          </a:prstGeom>
          <a:solidFill>
            <a:srgbClr val="10294D"/>
          </a:solidFill>
          <a:ln/>
        </p:spPr>
      </p:sp>
      <p:sp>
        <p:nvSpPr>
          <p:cNvPr id="34" name="Shape 32"/>
          <p:cNvSpPr/>
          <p:nvPr/>
        </p:nvSpPr>
        <p:spPr>
          <a:xfrm>
            <a:off x="822960" y="4480560"/>
            <a:ext cx="91440" cy="914400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35" name="Text 33"/>
          <p:cNvSpPr/>
          <p:nvPr/>
        </p:nvSpPr>
        <p:spPr>
          <a:xfrm>
            <a:off x="114300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MinIO Console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14300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D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http://localhost:9001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17920" y="4480560"/>
            <a:ext cx="5029200" cy="914400"/>
          </a:xfrm>
          <a:prstGeom prst="rect">
            <a:avLst/>
          </a:prstGeom>
          <a:solidFill>
            <a:srgbClr val="10294D"/>
          </a:solidFill>
          <a:ln/>
        </p:spPr>
      </p:sp>
      <p:sp>
        <p:nvSpPr>
          <p:cNvPr id="38" name="Shape 36"/>
          <p:cNvSpPr/>
          <p:nvPr/>
        </p:nvSpPr>
        <p:spPr>
          <a:xfrm>
            <a:off x="6217920" y="4480560"/>
            <a:ext cx="91440" cy="914400"/>
          </a:xfrm>
          <a:prstGeom prst="rect">
            <a:avLst/>
          </a:prstGeom>
          <a:solidFill>
            <a:srgbClr val="32D6C8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Telegram-бот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53796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D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/start · /link · /upload · /get &lt;title&gt;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WaveLink — твоя музыка, везде.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WaveLink</dc:title>
  <dc:subject>PptxGenJS Presentation</dc:subject>
  <dc:creator>WaveLink</dc:creator>
  <cp:lastModifiedBy>WaveLink</cp:lastModifiedBy>
  <cp:revision>1</cp:revision>
  <dcterms:created xsi:type="dcterms:W3CDTF">2026-05-29T19:31:31Z</dcterms:created>
  <dcterms:modified xsi:type="dcterms:W3CDTF">2026-05-29T19:31:31Z</dcterms:modified>
</cp:coreProperties>
</file>